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-115" y="-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83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</a:rPr>
              <a:t>Minor Capstone Project Presentation (2026)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Reimbursement Portal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176272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8F7"/>
                </a:solidFill>
              </a:rPr>
              <a:t>A role-based web application to submit, review, approve, reject, and track employee reimbursement claims.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041648"/>
            <a:ext cx="4480560" cy="1078992"/>
          </a:xfrm>
          <a:prstGeom prst="roundRect">
            <a:avLst>
              <a:gd name="adj" fmla="val 3390"/>
            </a:avLst>
          </a:prstGeom>
          <a:solidFill>
            <a:srgbClr val="172033"/>
          </a:solidFill>
          <a:ln w="9525">
            <a:solidFill>
              <a:srgbClr val="2A3B55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4343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By - Garv Singh Chouhan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87552" y="46908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B8C7DA"/>
                </a:solidFill>
              </a:rPr>
              <a:t>Submission Date - 28 May 2026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406640" y="397764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16368" y="40965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ADMIN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25512" y="436168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users + all claims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8915400" y="397764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40965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MANAGER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9034272" y="436168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assigned review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10424160" y="397764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33888" y="40965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EMPLOYEE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10543032" y="436168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claim request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549640" y="4343400"/>
            <a:ext cx="338328" cy="0"/>
          </a:xfrm>
          <a:prstGeom prst="line">
            <a:avLst/>
          </a:prstGeom>
          <a:noFill/>
          <a:ln w="16510">
            <a:solidFill>
              <a:srgbClr val="9AA8B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0" y="4343400"/>
            <a:ext cx="338328" cy="0"/>
          </a:xfrm>
          <a:prstGeom prst="line">
            <a:avLst/>
          </a:prstGeom>
          <a:noFill/>
          <a:ln w="16510">
            <a:solidFill>
              <a:srgbClr val="9AA8B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5766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Deck Roadmap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Content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44168" y="1161288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81912" y="128016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7162C"/>
                </a:solidFill>
              </a:rPr>
              <a:t>Introduction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1581912" y="154533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3657C"/>
                </a:solidFill>
              </a:rPr>
              <a:t>Objective, scope, and project users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85800" y="2350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44168" y="2276856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81912" y="239572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7162C"/>
                </a:solidFill>
              </a:rPr>
              <a:t>Features and Functionality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1581912" y="266090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3657C"/>
                </a:solidFill>
              </a:rPr>
              <a:t>Detailed role-wise functions, validation, workflow rules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685800" y="3465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44168" y="3392424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81912" y="351129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7162C"/>
                </a:solidFill>
              </a:rPr>
              <a:t>Tech Stack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1581912" y="377647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3657C"/>
                </a:solidFill>
              </a:rPr>
              <a:t>Frontend, backend, security, database, testing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85800" y="45811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44168" y="4507992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81912" y="462686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7162C"/>
                </a:solidFill>
              </a:rPr>
              <a:t>Architecture Diagram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1581912" y="489204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3657C"/>
                </a:solidFill>
              </a:rPr>
              <a:t>Layered design and API/service responsibilities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67728" y="1161288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05472" y="128016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7162C"/>
                </a:solidFill>
              </a:rPr>
              <a:t>Entity-Relationship Diagram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7205472" y="154533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3657C"/>
                </a:solidFill>
              </a:rPr>
              <a:t>Users, claims, reviewers, managers, status lifecycle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309360" y="2350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67728" y="2276856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05472" y="239572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7162C"/>
                </a:solidFill>
              </a:rPr>
              <a:t>Data Flow Diagrams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7205472" y="266090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3657C"/>
                </a:solidFill>
              </a:rPr>
              <a:t>Context flow and claim processing flow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309360" y="3465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67728" y="3392424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05472" y="351129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7162C"/>
                </a:solidFill>
              </a:rPr>
              <a:t>Project Snapshots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7205472" y="377647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3657C"/>
                </a:solidFill>
              </a:rPr>
              <a:t>Actual screenshots from signup, login, employee, manager, admin screens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2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Project Overview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Introduction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25780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36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162C"/>
                </a:solidFill>
              </a:rPr>
              <a:t>Purpose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43484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80" dirty="0">
                <a:solidFill>
                  <a:srgbClr val="07162C"/>
                </a:solidFill>
              </a:rPr>
              <a:t>Replace manual reimbursement follow-ups with a structured portal.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Give employees one place to submit expenses and monitor claim status.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Give managers a focused queue for assigned employee claims.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Give admins complete control over users, manager assignment, and all claims.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Maintain auditable reviewer comments for approvals and rejections.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5074920" cy="4480560"/>
          </a:xfrm>
          <a:prstGeom prst="roundRect">
            <a:avLst>
              <a:gd name="adj" fmla="val 816"/>
            </a:avLst>
          </a:prstGeom>
          <a:solidFill>
            <a:srgbClr val="101A2B"/>
          </a:solidFill>
          <a:ln w="9525">
            <a:solidFill>
              <a:srgbClr val="101A2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5544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 Scope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20840" y="2057400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30568" y="2176272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Authentication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6839712" y="2441448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Login, signup, session storage, role redirect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720840" y="2770632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2889504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Claim Workflow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839712" y="3154680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Submit -&gt; assigned reviewer -&gt; approve/reject -&gt; history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720840" y="3483864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0568" y="3602736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Administration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839712" y="3867912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Create users, assign manager, delete users, view all claims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720840" y="4197096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30568" y="4315968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Quality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839712" y="4581144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Validation, exceptions, pagination, tests, code style checks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3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Capability 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Features and Functionality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1170432"/>
            <a:ext cx="3246120" cy="47091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463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7162C"/>
                </a:solidFill>
              </a:rPr>
              <a:t>Employee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2715768" y="142646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4813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B981"/>
                </a:solidFill>
              </a:rPr>
              <a:t>USER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978408" y="1993392"/>
            <a:ext cx="2542032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70" dirty="0">
                <a:solidFill>
                  <a:srgbClr val="07162C"/>
                </a:solidFill>
              </a:rPr>
              <a:t>Public employee signup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Secure login with Basic Auth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Submit claim amount, date, description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View own claim history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Filter by SUBMITTED / APPROVED / REJECTED</a:t>
            </a:r>
            <a:endParaRPr lang="en-US" sz="970" dirty="0"/>
          </a:p>
          <a:p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480560" y="1170432"/>
            <a:ext cx="3246120" cy="47091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463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7162C"/>
                </a:solidFill>
              </a:rPr>
              <a:t>Manager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6537960" y="142646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14813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B82F6"/>
                </a:solidFill>
              </a:rPr>
              <a:t>REVIEWER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2542032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70" dirty="0">
                <a:solidFill>
                  <a:srgbClr val="07162C"/>
                </a:solidFill>
              </a:rPr>
              <a:t>View claims assigned to manager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Review employee reimbursement cards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Approve with optional note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Reject with mandatory reason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Filter by status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Track pending queue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302752" y="1170432"/>
            <a:ext cx="3246120" cy="47091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31352" y="1463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7162C"/>
                </a:solidFill>
              </a:rPr>
              <a:t>Admin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10360152" y="142646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15016" y="14813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9E0B"/>
                </a:solidFill>
              </a:rPr>
              <a:t>CONTROL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622792" y="1993392"/>
            <a:ext cx="2542032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70" dirty="0">
                <a:solidFill>
                  <a:srgbClr val="07162C"/>
                </a:solidFill>
              </a:rPr>
              <a:t>Create admin, manager, employee users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Search and filter team members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Assign/clear employee managers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Delete eligible users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View all reimbursement claims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Act on admin fallback claims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4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Workflow Rules and Validation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Features and Functionality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07008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3716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26464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5B3FF2"/>
                </a:solidFill>
              </a:rPr>
              <a:t>Authentication &amp; Session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Basic Authentication is used for protected API requests.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The authenticated user profile is fetched through /api/auth/me.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Frontend stores token and user role in localStorage.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Role guard redirects users to the correct dashboard.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309360" y="1207008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13716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426464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B981"/>
                </a:solidFill>
              </a:rPr>
              <a:t>Claim Submission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629400" y="182880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Amount must be greater than </a:t>
            </a:r>
            <a:r>
              <a:rPr lang="en-US" sz="840" dirty="0" smtClean="0">
                <a:solidFill>
                  <a:srgbClr val="07162C"/>
                </a:solidFill>
              </a:rPr>
              <a:t>0.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Claim date and description are mandatory.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New claims start with SUBMITTED status.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Reviewer is resolved automatically from manager assignment.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8679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922776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9E0B"/>
                </a:solidFill>
              </a:rPr>
              <a:t>Review Governance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05840" y="4325112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Only the assigned reviewer can act on a claim.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Admin can complete fallback reviews when no manager is assigned.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Processed claims cannot be approved or rejected again.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Reject action requires a reviewer comment.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309360" y="3703320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38679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922776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B82F6"/>
                </a:solidFill>
              </a:rPr>
              <a:t>Admin Controls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29400" y="4325112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Company email format is validated with @company.com.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Duplicate email registration is blocked.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Employee manager must be a MANAGER user.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Submitted claims are reassigned when manager assignment changes.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5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Implementation Choices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Tech Stack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39903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45389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5B3FF2"/>
                </a:solidFill>
              </a:rPr>
              <a:t>Frontend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886968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07162C"/>
                </a:solidFill>
              </a:rPr>
              <a:t>HTML5  •  CSS3  •  JavaScript  •  role pages  •  modals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370832" y="123444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139903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45389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B981"/>
                </a:solidFill>
              </a:rPr>
              <a:t>Backend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572000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07162C"/>
                </a:solidFill>
              </a:rPr>
              <a:t>Java 17  •  Spring Boot 4  •  REST APIs  •  DTOs  •  services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39903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5389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EF4444"/>
                </a:solidFill>
              </a:rPr>
              <a:t>Security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247888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07162C"/>
                </a:solidFill>
              </a:rPr>
              <a:t>Spring Security  •  Basic Auth  •  BCrypt  •  role guards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85800" y="297180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" y="31363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19125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9E0B"/>
                </a:solidFill>
              </a:rPr>
              <a:t>Database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86968" y="3584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07162C"/>
                </a:solidFill>
              </a:rPr>
              <a:t>PostgreSQL  •  JPA  •  Hibernate  •  repositories  •  relationships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370832" y="297180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35424" y="31363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319125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B82F6"/>
                </a:solidFill>
              </a:rPr>
              <a:t>Quality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572000" y="3584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07162C"/>
                </a:solidFill>
              </a:rPr>
              <a:t>JUnit 5  •  Mockito  •  MockMvc  •  H2  •  JaCoCo  •  Checkstyle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8046720" y="297180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11312" y="31363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319125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F766E"/>
                </a:solidFill>
              </a:rPr>
              <a:t>Frontend UX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247888" y="3584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07162C"/>
                </a:solidFill>
              </a:rPr>
              <a:t>pagination  •  filters  •  toasts  •  status pills  •  responsive layout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1143000" y="5038344"/>
            <a:ext cx="98755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17320" y="5321808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07162C"/>
                </a:solidFill>
              </a:rPr>
              <a:t>The stack separates UI, API, business rules, persistence, and quality checks so each layer is easier to test, maintain, and extend.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6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Layered System 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Architecture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5087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203911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Client UI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13232" y="230428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signup.html, index.html, employee.html, manager.html, admin.html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24328" y="139903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JS API Layer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2633472" y="1664208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auth.js, api.js, dashboard.js, claims.js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2514600" y="274320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4328" y="286207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UI Logic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2633472" y="3127248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forms, filters, tables, modals, toasts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16916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0391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REST Controllers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4782312" y="230428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AuthController, UserController, ClaimController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903720" y="114300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13448" y="126187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Security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7022592" y="15270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Spring Security, BCrypt, Basic Auth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903720" y="224028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13448" y="235915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Service Layer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7022592" y="262432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UserServiceImpl, ClaimServiceImpl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6903720" y="333756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13448" y="34564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DTO + Mapper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022592" y="37216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request/response contracts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89720" y="1920240"/>
            <a:ext cx="1417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99448" y="203911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Repository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9308592" y="230428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UserRepository, ClaimRepository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10927080" y="1920240"/>
            <a:ext cx="9601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036808" y="2039112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DB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11045952" y="2304288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PostgreSQL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 flipV="1">
            <a:off x="2103120" y="1691640"/>
            <a:ext cx="411480" cy="685800"/>
          </a:xfrm>
          <a:prstGeom prst="line">
            <a:avLst/>
          </a:prstGeom>
          <a:noFill/>
          <a:ln w="16510">
            <a:solidFill>
              <a:srgbClr val="5B3FF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103120" y="2377440"/>
            <a:ext cx="393192" cy="77724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14800" y="1691640"/>
            <a:ext cx="521208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4069080" y="2624328"/>
            <a:ext cx="594360" cy="530352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6355080" y="1426464"/>
            <a:ext cx="521208" cy="950976"/>
          </a:xfrm>
          <a:prstGeom prst="line">
            <a:avLst/>
          </a:prstGeom>
          <a:noFill/>
          <a:ln w="1651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55080" y="2377440"/>
            <a:ext cx="521208" cy="237744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55080" y="2377440"/>
            <a:ext cx="521208" cy="13258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49640" y="2615184"/>
            <a:ext cx="612648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607040" y="2377440"/>
            <a:ext cx="292608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5840" y="4892040"/>
            <a:ext cx="101498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325880" y="5138928"/>
            <a:ext cx="9509760" cy="2686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7162C"/>
                </a:solidFill>
              </a:rPr>
              <a:t>Cross-cutting behavior: validation, standardized API responses, global exception handling, logging, pagination, and status-based filtering.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7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API Surface and Responsibilities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Architecture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07008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3716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2646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5B3FF2"/>
                </a:solidFill>
              </a:rPr>
              <a:t>Authentication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033272" y="1865376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POST /api/auth/signup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/api/auth/me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Employee-only public signup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Current-user profile lookup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263640" y="1207008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13716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42646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B82F6"/>
                </a:solidFill>
              </a:rPr>
              <a:t>Users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611112" y="1865376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POST /api/users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/api/users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PUT /api/users/{employeeId}/manager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DELETE /api/users/{id}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8221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77056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B981"/>
                </a:solidFill>
              </a:rPr>
              <a:t>Claims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33272" y="43159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POST /api/claims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/api/claims/employee/{id}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/api/claims/reviewer/{id}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PUT /api/claims/{claimId}/action/{reviewerId}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263640" y="3657600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38221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877056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9E0B"/>
                </a:solidFill>
              </a:rPr>
              <a:t>Response Design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11112" y="43159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StandardAPIResponse&lt;T&gt;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PageResponseDTO&lt;T&gt;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DTO mapping hides entity internals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GlobalExceptionHandler returns clean errors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8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83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Database Model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Entity-Relationship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188720"/>
            <a:ext cx="3977640" cy="466344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4813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F2"/>
                </a:solidFill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865376"/>
            <a:ext cx="3127248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30" dirty="0">
                <a:solidFill>
                  <a:srgbClr val="07162C"/>
                </a:solidFill>
              </a:rPr>
              <a:t>id BIGSERIAL PK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name VARCHAR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email VARCHAR UNIQUE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password VARCHAR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role ENUM: ADMIN, MANAGER, EMPLOYEE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manager_id FK -&gt; users.id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7360920" y="1188720"/>
            <a:ext cx="4069080" cy="466344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35240" y="14813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CLAIMS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1865376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20" dirty="0">
                <a:solidFill>
                  <a:srgbClr val="07162C"/>
                </a:solidFill>
              </a:rPr>
              <a:t>id BIGSERIAL PK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amount DECIMAL(12,2)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claim_date DATE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description VARCHAR(500)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status ENUM: SUBMITTED, APPROVED, REJECTED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reviewer_comment VARCHAR(500)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employee_id FK -&gt; users.id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reviewer_id FK -&gt; users.id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created_at / updated_at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782312" y="2423160"/>
            <a:ext cx="2532888" cy="0"/>
          </a:xfrm>
          <a:prstGeom prst="line">
            <a:avLst/>
          </a:prstGeom>
          <a:noFill/>
          <a:ln w="16510">
            <a:solidFill>
              <a:srgbClr val="5B3FF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30368" y="2139696"/>
            <a:ext cx="1691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3657C"/>
                </a:solidFill>
              </a:rPr>
              <a:t>1 employee -&gt; many claims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315200" y="4096512"/>
            <a:ext cx="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120640" y="4251960"/>
            <a:ext cx="1965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3657C"/>
                </a:solidFill>
              </a:rPr>
              <a:t>1 reviewer -&gt; many reviewed claims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267712" y="4626864"/>
            <a:ext cx="1005840" cy="694944"/>
          </a:xfrm>
          <a:prstGeom prst="arc">
            <a:avLst/>
          </a:prstGeom>
          <a:solidFill>
            <a:srgbClr val="FFFFFF">
              <a:alpha val="0"/>
            </a:srgbClr>
          </a:solidFill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267712" y="5413248"/>
            <a:ext cx="20116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53657C"/>
                </a:solidFill>
              </a:rPr>
              <a:t>manager hierarchy self-reference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9</a:t>
            </a:r>
            <a:endParaRPr lang="en-US" sz="73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987552"/>
            <a:ext cx="11808372" cy="587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Relationship Rules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Entity-Relationship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3258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807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9E0B"/>
                </a:solidFill>
              </a:rPr>
              <a:t>User -&gt; Manager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60120" y="17099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7162C"/>
                </a:solidFill>
              </a:rPr>
              <a:t>A user may reference another user as manager. Manager assignment is allowed only for EMPLOYEE users and target must have MANAGER role.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13258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3807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B981"/>
                </a:solidFill>
              </a:rPr>
              <a:t>Employee -&gt; Claim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583680" y="17099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7162C"/>
                </a:solidFill>
              </a:rPr>
              <a:t>Every claim must belong to exactly one employee. Employee claim history is fetched by employee_id with pagination.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29260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9809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B82F6"/>
                </a:solidFill>
              </a:rPr>
              <a:t>Reviewer -&gt; Claim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60120" y="33101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7162C"/>
                </a:solidFill>
              </a:rPr>
              <a:t>Reviewer is either the employee's assigned manager or admin fallback when no manager exists.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29260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9809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5B3FF2"/>
                </a:solidFill>
              </a:rPr>
              <a:t>Claim Status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583680" y="33101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7162C"/>
                </a:solidFill>
              </a:rPr>
              <a:t>A claim starts as SUBMITTED and can transition to APPROVED or REJECTED. Once processed, it cannot be actioned again.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85800" y="43434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" y="45262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5811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EF4444"/>
                </a:solidFill>
              </a:rPr>
              <a:t>Comment Rules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7162C"/>
                </a:solidFill>
              </a:rPr>
              <a:t>Reviewer comment is optional for approval but mandatory when a claim is rejected.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10528" y="45262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5811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F766E"/>
                </a:solidFill>
              </a:rPr>
              <a:t>Audit Fields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583680" y="49103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7162C"/>
                </a:solidFill>
              </a:rPr>
              <a:t>createdAt and updatedAt are maintained by Hibernate timestamps for claim lifecycle tracking.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10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Level 0 Context Diagram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Data Flow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508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194767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Employee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signup, login, submit, track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1508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382219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Manager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804672" y="4087368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login, review, comment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9966960" y="1828800"/>
            <a:ext cx="1508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76688" y="194767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Admin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10085832" y="2212848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manage users, all claims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069080" y="1965960"/>
            <a:ext cx="4023360" cy="2267712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62272" y="23957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62C"/>
                </a:solidFill>
              </a:rPr>
              <a:t>Reimbursement Portal System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2944368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3657C"/>
                </a:solidFill>
              </a:rPr>
              <a:t>Authentication, claim submission, claim review, user management, status tracking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489204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47488" y="501091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PostgreSQL Database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5056632" y="52760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users and claims tables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2212848" y="2240280"/>
            <a:ext cx="1828800" cy="36576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41648" y="2907792"/>
            <a:ext cx="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12848" y="4114800"/>
            <a:ext cx="182880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41648" y="3822192"/>
            <a:ext cx="0" cy="493776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8119872" y="2286000"/>
            <a:ext cx="1828800" cy="292608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19872" y="2971800"/>
            <a:ext cx="182880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0760" y="4242816"/>
            <a:ext cx="0" cy="621792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4864608"/>
            <a:ext cx="0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11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Level 1 Claim Processing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Data Flow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1. Authenticate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667512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Email + password -&gt; Basic Auth -&gt; current user + role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6432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2. Submit Claim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3575304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amount, date, description, employeeId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605272" y="1737360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64224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3. Validate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483096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amount limit, date required, description required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8513064" y="1737360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72016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81744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4. Resolve Reviewer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9390888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assigned manager or admin fallback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 flipH="1">
            <a:off x="1686910" y="2176272"/>
            <a:ext cx="8636666" cy="155448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730752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3849624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5. Store Claim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667512" y="41148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save SUBMITTED claim in database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2697480" y="4142232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56432" y="3730752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66160" y="3849624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6. Review Action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3575304" y="41148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approve / reject + comment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605272" y="4142232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64224" y="3730752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3952" y="3849624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7. Track Status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6483096" y="41148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employee history and reviewer/admin lists refresh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051560" y="5532120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25880" y="5687568"/>
            <a:ext cx="95097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07162C"/>
                </a:solidFill>
              </a:rPr>
              <a:t>Status lifecycle: SUBMITTED -&gt; APPROVED or REJECTED. Rejection requires a comment; processed claims cannot be actioned again.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12</a:t>
            </a: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Signup and Login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Signup Page - Employee Registration</a:t>
            </a:r>
            <a:endParaRPr lang="en-US" sz="720" dirty="0"/>
          </a:p>
        </p:txBody>
      </p:sp>
      <p:pic>
        <p:nvPicPr>
          <p:cNvPr id="9" name="Image 0" descr="C:/Users/Asus/Pictures/Screenshots/Screenshot 2026-05-28 1826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266855"/>
            <a:ext cx="5340096" cy="302837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Login Page - Secure Sign In</a:t>
            </a:r>
            <a:endParaRPr lang="en-US" sz="720" dirty="0"/>
          </a:p>
        </p:txBody>
      </p:sp>
      <p:pic>
        <p:nvPicPr>
          <p:cNvPr id="13" name="Image 1" descr="C:/Users/Asus/Pictures/Screenshots/Screenshot 2026-05-28 1827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271826"/>
            <a:ext cx="5340096" cy="30184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13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Employee Portal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Employee - Submit a Claim</a:t>
            </a:r>
            <a:endParaRPr lang="en-US" sz="720" dirty="0"/>
          </a:p>
        </p:txBody>
      </p:sp>
      <p:pic>
        <p:nvPicPr>
          <p:cNvPr id="9" name="Image 0" descr="C:/Users/Asus/Pictures/Screenshots/Screenshot 2026-05-28 182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332148"/>
            <a:ext cx="5340096" cy="289779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Employee - My Claims History</a:t>
            </a:r>
            <a:endParaRPr lang="en-US" sz="720" dirty="0"/>
          </a:p>
        </p:txBody>
      </p:sp>
      <p:pic>
        <p:nvPicPr>
          <p:cNvPr id="13" name="Image 1" descr="C:/Users/Asus/Pictures/Screenshots/Screenshot 2026-05-28 1827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355533"/>
            <a:ext cx="5340096" cy="285102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14</a:t>
            </a:r>
            <a:endParaRPr lang="en-US" sz="7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Manager Review Queue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10652760" cy="5166360"/>
          </a:xfrm>
          <a:prstGeom prst="roundRect">
            <a:avLst>
              <a:gd name="adj" fmla="val 708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097280"/>
            <a:ext cx="1065276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179576"/>
            <a:ext cx="10360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Manager - Assigned Claims with Status Filter</a:t>
            </a:r>
            <a:endParaRPr lang="en-US" sz="720" dirty="0"/>
          </a:p>
        </p:txBody>
      </p:sp>
      <p:pic>
        <p:nvPicPr>
          <p:cNvPr id="9" name="Image 0" descr="C:/Users/Asus/Pictures/Screenshots/Screenshot 2026-05-28 1828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263" y="1481328"/>
            <a:ext cx="8696713" cy="46908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15</a:t>
            </a:r>
            <a:endParaRPr lang="en-US" sz="7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Admin User Management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Admin - Team Members Dashboard</a:t>
            </a:r>
            <a:endParaRPr lang="en-US" sz="720" dirty="0"/>
          </a:p>
        </p:txBody>
      </p:sp>
      <p:pic>
        <p:nvPicPr>
          <p:cNvPr id="9" name="Image 0" descr="C:/Users/Asus/Pictures/Screenshots/Screenshot 2026-05-28 1856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338604"/>
            <a:ext cx="5340096" cy="28848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Admin - Add New User Modal</a:t>
            </a:r>
            <a:endParaRPr lang="en-US" sz="720" dirty="0"/>
          </a:p>
        </p:txBody>
      </p:sp>
      <p:pic>
        <p:nvPicPr>
          <p:cNvPr id="13" name="Image 1" descr="C:/Users/Asus/Pictures/Screenshots/Screenshot 2026-05-28 1857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331510"/>
            <a:ext cx="5340096" cy="289906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16</a:t>
            </a:r>
            <a:endParaRPr lang="en-US" sz="7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3FF2"/>
                </a:solidFill>
              </a:rPr>
              <a:t>Admin Claim Management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10652760" cy="5166360"/>
          </a:xfrm>
          <a:prstGeom prst="roundRect">
            <a:avLst>
              <a:gd name="adj" fmla="val 708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097280"/>
            <a:ext cx="1065276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179576"/>
            <a:ext cx="10360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Admin - All Claims Review Table</a:t>
            </a:r>
            <a:endParaRPr lang="en-US" sz="720" dirty="0"/>
          </a:p>
        </p:txBody>
      </p:sp>
      <p:pic>
        <p:nvPicPr>
          <p:cNvPr id="9" name="Image 0" descr="C:/Users/Asus/Pictures/Screenshots/Screenshot 2026-05-28 1857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01" y="1481328"/>
            <a:ext cx="8672238" cy="46908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17</a:t>
            </a:r>
            <a:endParaRPr lang="en-US" sz="7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082" y="190343"/>
            <a:ext cx="4374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07162C"/>
                </a:solidFill>
              </a:rPr>
              <a:t>Testing Results</a:t>
            </a:r>
            <a:endParaRPr lang="en-US" dirty="0"/>
          </a:p>
        </p:txBody>
      </p:sp>
      <p:pic>
        <p:nvPicPr>
          <p:cNvPr id="3" name="Picture 2" descr="Screenshot 2026-05-27 125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6783"/>
            <a:ext cx="12192000" cy="34244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D2FE"/>
                </a:solidFill>
              </a:rPr>
              <a:t>Reimbursement Portal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DE8F7"/>
                </a:solidFill>
              </a:rPr>
              <a:t>A complete role-based reimbursement workflow with user management, reviewer assignment, claim lifecycle tracking, and auditable comments.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2148840"/>
            <a:ext cx="123444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24928" y="226771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Secure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7434072" y="25328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auth + role guard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8823960" y="2148840"/>
            <a:ext cx="123444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33688" y="226771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Traceable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8942832" y="25328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status + comments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10332720" y="2148840"/>
            <a:ext cx="123444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442448" y="226771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7162C"/>
                </a:solidFill>
              </a:rPr>
              <a:t>Managed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10451592" y="25328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3657C"/>
                </a:solidFill>
              </a:rPr>
              <a:t>users + reviewers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Garv Singh Chouhan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B8C7DA"/>
                </a:solidFill>
              </a:rPr>
              <a:t>Minor Capstone Project 2026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1281</Words>
  <Application>Microsoft Office PowerPoint</Application>
  <PresentationFormat>Custom</PresentationFormat>
  <Paragraphs>340</Paragraphs>
  <Slides>19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NucleusTeq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Reimbursement Portal - Expanded</dc:title>
  <dc:subject>Minor Capstone Project Presentation</dc:subject>
  <dc:creator>Garv Singh Chouhan</dc:creator>
  <cp:lastModifiedBy>Asus</cp:lastModifiedBy>
  <cp:revision>7</cp:revision>
  <dcterms:created xsi:type="dcterms:W3CDTF">2026-05-28T14:04:45Z</dcterms:created>
  <dcterms:modified xsi:type="dcterms:W3CDTF">2026-05-29T05:28:19Z</dcterms:modified>
</cp:coreProperties>
</file>